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abandona (79.6%)</c:v>
                </c:pt>
                <c:pt idx="1">
                  <c:v>Abandona (20.4%)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79.6</c:v>
                </c:pt>
                <c:pt idx="1">
                  <c:v>20.4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ROC-AUC en conjunto de test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F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Regresión
Logística</c:v>
                  </c:pt>
                  <c:pt idx="1">
                    <c:v>Árbol de
Decisión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0.7831</c:v>
                </c:pt>
                <c:pt idx="1">
                  <c:v>0.838</c:v>
                </c:pt>
                <c:pt idx="2">
                  <c:v>0.8643</c:v>
                </c:pt>
                <c:pt idx="3">
                  <c:v>0.8683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Importancia relativa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0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Edad</c:v>
                  </c:pt>
                  <c:pt idx="1">
                    <c:v>N° productos</c:v>
                  </c:pt>
                  <c:pt idx="2">
                    <c:v>Saldo</c:v>
                  </c:pt>
                  <c:pt idx="3">
                    <c:v>Miembro activo</c:v>
                  </c:pt>
                  <c:pt idx="4">
                    <c:v>País (Alemania)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37.7</c:v>
                </c:pt>
                <c:pt idx="1">
                  <c:v>25</c:v>
                </c:pt>
                <c:pt idx="2">
                  <c:v>12.7</c:v>
                </c:pt>
                <c:pt idx="3">
                  <c:v>7</c:v>
                </c:pt>
                <c:pt idx="4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C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Abandono de Clientes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clasificación para anticipar el churn y proteger los ingresos recurrentes del banco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852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Datos · Experto en Análisis Predictivo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de Clasificación — ICS40125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negocio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Bank se entera de que un cliente se va cuando ya cerró la cuenta — cuando ya es tarde para actuar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abandonó el banco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(2.037 de 10.000)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60520" y="2240280"/>
            <a:ext cx="457200" cy="457200"/>
          </a:xfrm>
          <a:prstGeom prst="ellipse">
            <a:avLst/>
          </a:prstGeom>
          <a:solidFill>
            <a:srgbClr val="EEF3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21284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a los 10.000 clientes para entender qué impulsa el abandono.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3017520"/>
            <a:ext cx="457200" cy="457200"/>
          </a:xfrm>
          <a:prstGeom prst="ellipse">
            <a:avLst/>
          </a:prstGeom>
          <a:solidFill>
            <a:srgbClr val="EEF3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99008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 comparar 4 modelos de clasificación (regresión logística, árbol, random forest, gradient boosting).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60520" y="3794760"/>
            <a:ext cx="457200" cy="457200"/>
          </a:xfrm>
          <a:prstGeom prst="ellipse">
            <a:avLst/>
          </a:prstGeom>
          <a:solidFill>
            <a:srgbClr val="EEF3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767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los resultados en acciones concretas de retención para el equipo de negocio.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60520" y="47091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retener cuesta menos que adquirir, y permite actuar antes de perder al cliente — no después.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clave del análisis exploratorio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3931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166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de clases ~4:1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 abordó con class_weight y SMOTE)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846320" y="1143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más fuertes detectados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846320" y="1600200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83664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0" y="1691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productos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669280" y="2011680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 de churn con 2 productos → 82.7% con 3 → 100% con 4. Relación no lineal, la señal más fuerte del dataset.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46320" y="2761488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4495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69280" y="28529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(Alemania)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669280" y="3172968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 de churn en Alemania vs. ~16% en Francia y España — el doble, con un cuarto de los clientes.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846320" y="3922776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2062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69280" y="401421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669280" y="4334256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abandonan: 44.8 años en promedio, vs. 37.4 en quienes se quedan.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846320" y="5084064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36752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69280" y="5175504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+ actividad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669280" y="5495544"/>
            <a:ext cx="5715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alto NO protege si el cliente está inactivo: 32.8% de churn en saldo-alto + inactivo.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de modelos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 evaluados sobre el mismo conjunto de test — ROC-AUC como métrica principal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68680"/>
                <a:gridCol w="868680"/>
                <a:gridCol w="868680"/>
                <a:gridCol w="777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0" y="37947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obtiene el mejor ROC-AUC (0.868): construye árboles de forma secuencial, corrigiendo los errores de los anteriores — captura mejor los quiebres no lineales del dataset (ej. products_number).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 óptimo de decisión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Gradient Boosting · El umbral por defecto (0.5) no es el mejor para este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2834640"/>
          </a:xfrm>
          <a:prstGeom prst="roundRect">
            <a:avLst>
              <a:gd name="adj" fmla="val 3226"/>
            </a:avLst>
          </a:prstGeom>
          <a:solidFill>
            <a:srgbClr val="141C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POR DEFECTO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62.7%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64.1%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de vista a 1 de cada 3 clientes que sí abandonan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69748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94760" y="3291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F2-score: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Recall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600200"/>
            <a:ext cx="3246120" cy="2834640"/>
          </a:xfrm>
          <a:prstGeom prst="roundRect">
            <a:avLst>
              <a:gd name="adj" fmla="val 3226"/>
            </a:avLst>
          </a:prstGeom>
          <a:solidFill>
            <a:srgbClr val="E860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18288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ÓPTIMO (F2)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1488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4709160" y="31089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Precisión: 51.0%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77.6%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92040" y="3840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 pts de Recall a cambio de -11.8 pts de Precisión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75320" y="1600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¿Recall o Precisión?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75320" y="205740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perdido (falso negativo) cuesta ingresos + el costo de adquirir uno nuevo.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falsa alarma (falso positivo) cuesta solo una llamada o una oferta.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priorizó Recall, sin descuidar del todo la Precisión.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 negocio del umbral elegido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en test (2.000 clientes) — umbral 0.35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NEGATIVOS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riesgo, correctamente identificados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554480"/>
            <a:ext cx="265176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02152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310896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Falsas alarmas — costo: contacto de más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554480"/>
            <a:ext cx="2651760" cy="109728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318504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5936" y="310896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perdidos sin detectar — el costo que más importa minimizar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55448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554480"/>
            <a:ext cx="2651760" cy="109728"/>
          </a:xfrm>
          <a:prstGeom prst="rect">
            <a:avLst/>
          </a:prstGeom>
          <a:solidFill>
            <a:srgbClr val="1C8C7C"/>
          </a:solidFill>
          <a:ln/>
        </p:spPr>
      </p:sp>
      <p:sp>
        <p:nvSpPr>
          <p:cNvPr id="21" name="Text 19"/>
          <p:cNvSpPr/>
          <p:nvPr/>
        </p:nvSpPr>
        <p:spPr>
          <a:xfrm>
            <a:off x="8997696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13485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C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POSITIVOS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62288" y="310896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reales para retención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92040"/>
            <a:ext cx="594360" cy="5943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91640" y="4754880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407 clientes que realmente abandonaron, el modelo detectó a 349 a tiempo (85.7% de Recall). Eso significa 349 oportunidades reales de intervención antes de perder al cliente, a cambio de 496 contactos a clientes que en realidad no se iban a ir.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factores explican el churn?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variables según el modelo ganador (Gradient Boosting)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69480" y="14630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2 factores dominantes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69480" y="192024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29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(37.7%)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0" y="2377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bajo hasta los 40 años, se dispara a 56.2% entre 51-60 años.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324612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33558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productos (25.0%)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0" y="3703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 de churn con 2 productos → 82.7% con 3 → 100% con 4.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69480" y="46634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 de alto riesgo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69480" y="507492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51937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 de la base = 48.3% de churn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498080" y="5532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3+ productos, o alemanes inactivos: 3x más churn que el resto de la base.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recomendadas por factor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385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6479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41-60 años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de cuenta dedicado y contacto proactivo; revisar productos de inversión/jubilación competitivos.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1508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9385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76479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productos contratados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67512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automática al llegar al 3er producto: llamada de chequeo de satisfacción antes de la venta, no después.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988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32511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alto + inactivo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296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personalizados (mejores tasas, asesor dedicado) condicionados a reactivar el uso del banco.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0" y="40690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75120" y="4343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4988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432511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Alemania (doble de churn)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67512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precios/beneficios frente a la competencia local; reforzar atención al cliente inactivo en ese país.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para el próximo trimestre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churn total en un 10% — sin necesidad de intervenir a toda la base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41C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de clientes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el segmento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alto riesgo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87368" y="2651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41C49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0574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 ese segmento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abandonan hoy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27848" y="2651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8604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0574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27.8%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ellos basta con retener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cumplir la meta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(~204 clientes)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ejecución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semanal de toda la base con el modelo (umbral 0.35).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contacto según el segmento de riesgo dominante.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al cierre del trimestre cuántos clientes se retuvieron.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en la campaña de retención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modelo en un notebook a un proceso continuo de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1168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1854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periódico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calcula la probabilidad de churn de cada cliente cada semana.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01168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1854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926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352044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sobre el umbral 0.35 entran a una cola de retención, ordenados por riesgo.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5180" y="201168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18541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2926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dirigida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46520" y="352044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recibe la acción según su factor de riesgo dominante (edad, productos, país).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52560" y="16916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9820" y="201168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218541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35440" y="29260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y reentrenamiento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81160" y="3520440"/>
            <a:ext cx="2148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resultado de cada contacto y se reentrena el modelo cada trimestre.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Multistate Bank · Predicción de Churn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41C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predice el churn con AUC 0.868, superando a los otros 3 modelos.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umbral ajustado a 0.35, detectamos al 85.7% de los clientes que realmente abandonan.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número de productos, saldo e inactividad explican la mayor parte del riesgo.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Enfocando la retención en el 15% de clientes de mayor riesgo, el banco puede reducir el churn total en 10% el próximo trimestre.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preguntas y discusión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Abandono de Clientes — ABC Multistate Bank</dc:title>
  <dc:subject>PptxGenJS Presentation</dc:subject>
  <dc:creator>Equipo de Datos</dc:creator>
  <cp:lastModifiedBy>Equipo de Datos</cp:lastModifiedBy>
  <cp:revision>1</cp:revision>
  <dcterms:created xsi:type="dcterms:W3CDTF">2026-06-29T02:58:28Z</dcterms:created>
  <dcterms:modified xsi:type="dcterms:W3CDTF">2026-06-29T02:58:28Z</dcterms:modified>
</cp:coreProperties>
</file>